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h6087a4beca3d0219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h6087a4beca3d0219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h6087a4beca3d0219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h6087a4beca3d0219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h6087a4beca3d0219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h6087a4beca3d0219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TITLE_AND_BODY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6294582" y="4674149"/>
            <a:ext cx="258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b="1" sz="5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8" name="Google Shape;58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9" name="Google Shape;5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" name="Google Shape;6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8" name="Google Shape;6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2" name="Google Shape;72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9" name="Google Shape;79;p2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0" name="Google Shape;8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3" name="Google Shape;8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7" name="Google Shape;87;p2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8" name="Google Shape;88;p2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9" name="Google Shape;8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2" name="Google Shape;9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5" name="Google Shape;95;p2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6" name="Google Shape;96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cancerimagingarchive.net/collection/cfb-gbm/" TargetMode="External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cancerimagingarchive.net/collection/cfb-gb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6"/>
          <p:cNvSpPr txBox="1"/>
          <p:nvPr>
            <p:ph type="title"/>
          </p:nvPr>
        </p:nvSpPr>
        <p:spPr>
          <a:xfrm>
            <a:off x="311700" y="1036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The Question…</a:t>
            </a:r>
            <a:endParaRPr b="1"/>
          </a:p>
        </p:txBody>
      </p:sp>
      <p:sp>
        <p:nvSpPr>
          <p:cNvPr id="102" name="Google Shape;102;p26"/>
          <p:cNvSpPr txBox="1"/>
          <p:nvPr>
            <p:ph idx="1" type="body"/>
          </p:nvPr>
        </p:nvSpPr>
        <p:spPr>
          <a:xfrm>
            <a:off x="443700" y="742900"/>
            <a:ext cx="8448000" cy="40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64"/>
              <a:t>A physician is studying mortality among patients with glioblastoma (brain cancer), and they hope to improve clinical guidelines to identify high-risk patients earlier. Using data driven approaches, you are tasked with the following:</a:t>
            </a:r>
            <a:endParaRPr sz="2764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64"/>
          </a:p>
          <a:p>
            <a:pPr indent="-36464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764"/>
              <a:t>Help the physician determine some of the best predictors of longer survival among glioblastoma patients</a:t>
            </a:r>
            <a:endParaRPr sz="2764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64"/>
          </a:p>
          <a:p>
            <a:pPr indent="-36464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764"/>
              <a:t>Develop a model that can provide individualized predictions of survival based on patients’ clinical characteristics, diagnoses, and/or radiomic imaging features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7"/>
          <p:cNvSpPr txBox="1"/>
          <p:nvPr>
            <p:ph type="title"/>
          </p:nvPr>
        </p:nvSpPr>
        <p:spPr>
          <a:xfrm>
            <a:off x="311700" y="92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Data</a:t>
            </a:r>
            <a:endParaRPr b="1"/>
          </a:p>
        </p:txBody>
      </p:sp>
      <p:sp>
        <p:nvSpPr>
          <p:cNvPr id="108" name="Google Shape;108;p27"/>
          <p:cNvSpPr txBox="1"/>
          <p:nvPr>
            <p:ph idx="1" type="body"/>
          </p:nvPr>
        </p:nvSpPr>
        <p:spPr>
          <a:xfrm>
            <a:off x="361200" y="7902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CFB-GBM Dataset from The Cancer Imaging Archive (TCIA)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u="sng">
                <a:solidFill>
                  <a:schemeClr val="hlink"/>
                </a:solidFill>
                <a:hlinkClick r:id="rId3"/>
              </a:rPr>
              <a:t>https://www.cancerimagingarchive.net/collection/cfb-gbm/</a:t>
            </a:r>
            <a:endParaRPr sz="4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200"/>
          </a:p>
        </p:txBody>
      </p:sp>
      <p:pic>
        <p:nvPicPr>
          <p:cNvPr id="109" name="Google Shape;109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5425" y="2394825"/>
            <a:ext cx="4590874" cy="2414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68275" y="3781050"/>
            <a:ext cx="4202327" cy="1028024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7"/>
          <p:cNvSpPr/>
          <p:nvPr/>
        </p:nvSpPr>
        <p:spPr>
          <a:xfrm>
            <a:off x="175425" y="3019200"/>
            <a:ext cx="4590900" cy="6798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7"/>
          <p:cNvSpPr/>
          <p:nvPr/>
        </p:nvSpPr>
        <p:spPr>
          <a:xfrm>
            <a:off x="4868275" y="3781050"/>
            <a:ext cx="4202400" cy="10281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7"/>
          <p:cNvSpPr txBox="1"/>
          <p:nvPr/>
        </p:nvSpPr>
        <p:spPr>
          <a:xfrm>
            <a:off x="5132400" y="2404375"/>
            <a:ext cx="3749400" cy="11190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Only need Clinical, Treatment, Rano, Pyradiomics, and Data Dictionary!</a:t>
            </a:r>
            <a:endParaRPr b="1"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8"/>
          <p:cNvSpPr txBox="1"/>
          <p:nvPr>
            <p:ph type="title"/>
          </p:nvPr>
        </p:nvSpPr>
        <p:spPr>
          <a:xfrm>
            <a:off x="311700" y="92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Data</a:t>
            </a:r>
            <a:endParaRPr b="1"/>
          </a:p>
        </p:txBody>
      </p:sp>
      <p:sp>
        <p:nvSpPr>
          <p:cNvPr id="119" name="Google Shape;119;p28"/>
          <p:cNvSpPr txBox="1"/>
          <p:nvPr>
            <p:ph idx="1" type="body"/>
          </p:nvPr>
        </p:nvSpPr>
        <p:spPr>
          <a:xfrm>
            <a:off x="367200" y="101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CFB-GBM Dataset from The Cancer Imaging Archive (TCIA)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u="sng">
                <a:solidFill>
                  <a:schemeClr val="hlink"/>
                </a:solidFill>
                <a:hlinkClick r:id="rId3"/>
              </a:rPr>
              <a:t>https://www.cancerimagingarchive.net/collection/cfb-gbm/</a:t>
            </a:r>
            <a:endParaRPr sz="4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Note: CC-BY 4.0 License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Please do </a:t>
            </a:r>
            <a:r>
              <a:rPr lang="en" sz="2400" u="sng"/>
              <a:t>not</a:t>
            </a:r>
            <a:r>
              <a:rPr lang="en" sz="2400"/>
              <a:t> post the data publicly or upload it to AI tools. 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190"/>
              <a:buFont typeface="Arial"/>
              <a:buNone/>
            </a:pPr>
            <a:r>
              <a:t/>
            </a:r>
            <a:endParaRPr sz="4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